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0" y="1645920"/>
            <a:ext cx="3931920" cy="384048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</a:defRPr>
            </a:pPr>
            <a:r>
              <a:t>PROBLEM STATEMENT 02 · DIGITAL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194560"/>
            <a:ext cx="9418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F172A"/>
                </a:solidFill>
              </a:defRPr>
            </a:pPr>
            <a:r>
              <a:t>TrustGuard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91840"/>
            <a:ext cx="9418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563EB"/>
                </a:solidFill>
              </a:defRPr>
            </a:pPr>
            <a:r>
              <a:t>The All-in-One Digital Identity &amp; Impersonation Defense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3931920"/>
            <a:ext cx="8138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475569"/>
                </a:solidFill>
              </a:defRPr>
            </a:pPr>
            <a:r>
              <a:t>A simple, unified web application and browser companion that helps you protect your online presence, hunt down fake accounts, detect unusual activity deviations, and evaluate profile trust in real-time.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303520"/>
            <a:ext cx="9418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64748B"/>
                </a:solidFill>
              </a:defRPr>
            </a:pPr>
            <a:r>
              <a:t>👤 Identity Baseline   •   🛡️ Fake Account Hunter   •   🧩 Browser Extension   •   🔍 Multimodal Inspector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01 · WHY WE NEED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The Everyday Threat in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Scams today are no longer just bad Photoshop. They are coordinated, realistic identity attacks.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36576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🎭 Cloned Accounts &amp; Lookalikes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Scammers copy your profile photo, bio, and name to create lookalike handles.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Add sneaky suffixes like '_official' or '_support'.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Substitute visually identical foreign letters (homoglyphs) to fool your colleagues and followers into sending money.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3383280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36576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🎙️ Voice &amp; Video Impersonation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Just 10 seconds of clear speech from a video is enough for modern AI tools to clone anyone's voice.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Scammers pair cloned voices with urgent WhatsApp calls or fake emergency family requests.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Causes massive financial fraud and executive impersonation.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645920"/>
            <a:ext cx="338328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🖼️ Stolen Content &amp; Likeness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Creative professionals, designers, and influencers find their work stolen and reposted across the web.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Watermarks are easily cropped out or filtered.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Deepfakes and unauthorized AI models use artists' likeness without permission or licensing.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645920"/>
            <a:ext cx="338328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5486400"/>
            <a:ext cx="10698480" cy="68580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82880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💡 Grammarly &amp; QuillBot vs. TrustGuard: Tools like Grammarly or QuillBot check if a sentence has correct commas or if an essay was AI-generated. If an attacker hacks an account and writes a polite wire-transfer scam, Grammarly gives it a 100% green checkmark! Grammarly checks grammar; TrustGuard stops identity theft and fraud.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TrustGuard · PS-02: AI for Digital Trust                                                                                                                      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02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How TrustGuard Works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A straightforward 4-step pipeline that turns scattered signals into clear, actionable trust.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4688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0F172A"/>
                </a:solidFill>
              </a:defRPr>
            </a:pPr>
            <a:r>
              <a:t>Step 1: Connect Profiles</a:t>
            </a:r>
          </a:p>
          <a:p>
            <a:pPr algn="ctr">
              <a:defRPr sz="950">
                <a:solidFill>
                  <a:srgbClr val="475569"/>
                </a:solidFill>
              </a:defRPr>
            </a:pPr>
            <a:r>
              <a:t>Add your official social accounts &amp; samples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4688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0F172A"/>
                </a:solidFill>
              </a:defRPr>
            </a:pPr>
            <a:r>
              <a:t>Step 2: Build Baseline</a:t>
            </a:r>
          </a:p>
          <a:p>
            <a:pPr algn="ctr">
              <a:defRPr sz="950">
                <a:solidFill>
                  <a:srgbClr val="475569"/>
                </a:solidFill>
              </a:defRPr>
            </a:pPr>
            <a:r>
              <a:t>System learns your writing style &amp; face/voice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24688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0F172A"/>
                </a:solidFill>
              </a:defRPr>
            </a:pPr>
            <a:r>
              <a:t>Step 3: Monitor &amp; Detect</a:t>
            </a:r>
          </a:p>
          <a:p>
            <a:pPr algn="ctr">
              <a:defRPr sz="950">
                <a:solidFill>
                  <a:srgbClr val="475569"/>
                </a:solidFill>
              </a:defRPr>
            </a:pPr>
            <a:r>
              <a:t>Scans for fake accounts &amp; abnormal posts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645920"/>
            <a:ext cx="24688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0F172A"/>
                </a:solidFill>
              </a:defRPr>
            </a:pPr>
            <a:r>
              <a:t>Step 4: Explainable Report</a:t>
            </a:r>
          </a:p>
          <a:p>
            <a:pPr algn="ctr">
              <a:defRPr sz="950">
                <a:solidFill>
                  <a:srgbClr val="475569"/>
                </a:solidFill>
              </a:defRPr>
            </a:pPr>
            <a:r>
              <a:t>Get clear red flags &amp; safe verification steps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08960"/>
            <a:ext cx="521208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🖥️ Unified Web Dashboard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User logs in and connects their social media footprint in one unified dashboard.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Sets up an automated security shield that watches for lookalikes and copycats across platforms.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Shows clean security scores, clone alerts, and unauthorized content detections.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08960"/>
            <a:ext cx="521208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3108960"/>
            <a:ext cx="521208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🧩 In-Browser Companion &amp; Inspector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Works everywhere you browse: actively checks profiles as you open them on Instagram, X, or LinkedIn.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Calculates a continuous authenticity score directly in your feed.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Lets you drop in suspicious media files for instant explainable breakdown.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108960"/>
            <a:ext cx="52120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TrustGuard · PS-02: AI for Digital Trust                                                                                                                      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03 · PRACTICAL FEATURE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Your Personal Identity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Building a secure reference summary so the system knows what is truly 'you'.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📂 What the User Provides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Official Account Links: Connect verified LinkedIn, X/Twitter, YouTube, GitHub, or portfolio link.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Face &amp; Photo References: Upload 3–5 clear reference photos to register your authentic face appearance.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Voice Sample (Optional): A quick 30-second audio clip reading a sentence to register your unique voice tone.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Writing Style Samples: A sample of past genuine posts/articles to establish your normal topics and writing style.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521208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36576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🔒 Privacy First (Zero Data Selling)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No Raw Biometric Storage: Photos and audio clips are converted into mathematical fingerprint numbers. Raw images are never stored or sold.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Zero Model Training: Your personal data is never used to train public generative AI models.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Encrypted &amp; Controlled by You: Data is encrypted locally and in transit.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1-Click Erasure: Delete your profile and permanently wipe all baseline fingerprints anytime.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2120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5486400"/>
            <a:ext cx="10698480" cy="68580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82880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💡 Why this matters: You cannot detect an 'impersonation' without knowing the authentic person. This baseline gives the system the ground truth it needs to protect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TrustGuard · PS-02: AI for Digital Trust                                                                                                                      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04 · PRACTICAL FEATURE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Fake Account &amp; Clone Hunter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Automatically finding people pretending to be you across social platforms.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36576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1. Multi-Tier Handle Scanner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Catches deceptive impersonation variations: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Separator padding: e.g. adding extra underscores 'user______name' vs 'user_name'.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Typosquat mutations: Levenshtein distance ≤ 3 edits.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Lookalike letters (homoglyphs): Replacing Latin 'a' with Cyrillic 'а' (TR39 skeleton collision).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Contextual mismatches: Unrelated handles marked neutral, avoiding false accusations.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338328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2. Profile Picture &amp; Bio Match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Searches platforms for accounts that have: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Copied your exact profile photo or cropped versions of it.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Copied your bio text, company name, or professional title.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Unlinked accounts attempting to steal your professional credibility.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645920"/>
            <a:ext cx="338328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36576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3. Scam Activity Alert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Flags malicious behaviors: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Recently created clone accounts messaging your real connections.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Profiles promoting crypto giveaways, fake jobs, or unapproved paid services in your name.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645920"/>
            <a:ext cx="3383280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5486400"/>
            <a:ext cx="10698480" cy="68580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82880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📋 Actionable Output: TrustGuard gives you a direct 1-click Takedown &amp; Report Package with pre-filled evidence links to submit to Twitter, LinkedIn, or Meta support.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TrustGuard · PS-02: AI for Digital Trust                                                                                                                      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05 · PRACTICAL FEATURE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Activity &amp; Post Anomaly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Detecting when an account is hacked or someone is speaking completely out-of-character.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36576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🚨 What an Anomaly Looks Like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Tone &amp; Topic Shift: A software developer who normally posts about coding suddenly promotes an urgent cryptocurrency investment scheme.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Coercion &amp; Panic Style: Sudden urgent, demanding tone: 'URGENT: Emergency wire needed! Do not call me, phone line is broken!'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Unusual Timing: Strange post bursts at 3:30 AM local time or 15 automated posts in 2 minutes.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Life Summary Mismatch: Post claims to be stuck in a hospital abroad while official calendar confirms they are at their office desk.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521208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⚙️ How the System Detects It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Writing Habit Comparison: Checks sentence lengths, vocabulary variety, and punctuation habits against your baseline writeprint.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AI Text Detection: Flags if the post reads like a generic template written by ChatGPT or automated bots.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Urgency Scoring: Detects psychological pressure tactics commonly used in phishing, CEO fraud, and extortion.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Automated Warning: Immediately alerts family, team members, or followers before funds are transferred.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21208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5486400"/>
            <a:ext cx="10698480" cy="68580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82880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🛡️ Real-World Use: Protects organizations and families from the 'CEO Fraud' or 'Emergency Family Scam' where attackers spoof a persona to steal urgent money.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TrustGuard · PS-02: AI for Digital Trust                                                                                                                      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06 · PRACTICAL FEATURE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Copyright &amp; Likeness Shield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Protecting creative professionals, designers, and influencers from unauthorized reuse.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🎨 Artwork &amp; Photo Matching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Artists upload original designs, photos, or digital art.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System catches reposts across the web even if the thief: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Cropped out the artist's watermark.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Applied color filters or flipped the image.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Turned it into an unauthorized print or NFT.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338328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🎙️ Voice Likeness Defense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For podcasters, voice actors, and speakers: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Alerts when your unique voice timbre is detected inside unauthorized commercial ads or AI voice apps.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Confirms whether an audio clip is authentic or synthesized by generative tools.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645920"/>
            <a:ext cx="338328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36576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📜 Ownership Provenance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Integrates Content Credentials (C2PA):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Verifies cryptographic authorship certificates from cameras and Adobe tools.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Confirms if media was taken with a real camera vs. created with Midjourney or DALL-E.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645920"/>
            <a:ext cx="3383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5486400"/>
            <a:ext cx="10698480" cy="68580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82880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💼 For Professionals: Creates a ready-to-file digital copyright dossier that creators can use to file DMCA takedown requests or claim licensing royalties.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TrustGuard · PS-02: AI for Digital Trust                                                                                                                      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07 · PRACTICAL FEATURE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The Always-On Browser Extension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Real-time profile genuineness as you browse Instagram, X, or LinkedIn.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🌐 3-Platform DOM Adapters &amp; Multi-Image Screening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Native Profile Inspection: Directly supports public profiles on Instagram, X/Twitter, and LinkedIn.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Social Footprint Parsing: Reads posts count, followers, and following directly from the page layout.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Multi-Image AI Screening: Samples avatar and up to 3 post thumbnails, screening 2D-FFT spectra for synthetic lattice artifacts.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Memory Safety &amp; Privacy: Ephemeral 64x64 downsamples strictly disposed in finally blocks; zero raw media or passwords ever stored.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SPA Route Protection: Automatically resets reference handles and observation state during route changes.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521208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📈 Continuous Calibrated Authenticity Index (0 - 100)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Parametric model replacing crude binary flags with real profile variance: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Logarithmic Post Volume: Continuous scaling from 1 to 100+ posts.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Network Depth: Logarithmic scaling from 10 to 5,000+ followers.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Reciprocity Ratios: Rewards mutual networks; penalizes follow-churn bots (ratio &gt; 40).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Optical Texture: Measures avatar pixel standard deviation to distinguish real photos from blanks.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Real Examples: Active creator (91/100), typical user (82/100), new burner (60/100), Cyrillic lookalike (5/100).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2120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5486400"/>
            <a:ext cx="10698480" cy="68580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82880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⚡ Zero External API Costs: By inspecting public DOM elements on-demand, TrustGuard requires zero expensive platform APIs, operates 100% locally, and respects platform privacy boundaries.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TrustGuard · PS-02: AI for Digital Trust                                                                                                                      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08 · PRACTICAL FEATURE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The Multimodal Inspector &amp; ML-1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Pretrained AI classifiers, signal-bounded uncertainty, and explainable dual ledgers.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📥 Multimodal Forensic Suite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Nine CPU Extractors &amp; Two Pretrained AI Models: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RoBERTa AI-text classifier &amp; Swin-v2 AI-image classifier (local, air-gapped).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Voice vocoder artifact detection &amp; cross-modal A/V sync tracking.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2D-FFT radial spectral rolloff &amp; TR39 homoglyph Unicode hunter.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521208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🔍 Signal-Bounded Epistemic Uncertainty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Key Innovation: Prevents bundle-wide dilution: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Each extractor signal is bounded by its own usability (min(score, 1.15 - U)).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A short bio or missing modality no longer outvotes a clear forensic red flag.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Evaluated uncertainty computed over active extractors only.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21208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10698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tIns="164592"/>
          <a:lstStyle/>
          <a:p>
            <a:pPr algn="ctr">
              <a:defRPr b="1" sz="1200">
                <a:solidFill>
                  <a:srgbClr val="0F172A"/>
                </a:solidFill>
              </a:defRPr>
            </a:pPr>
            <a:r>
              <a:t>📊 Dual Evidence Ledger: Separating Red Flags from Uncertainty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4663440"/>
            <a:ext cx="4846320" cy="1188720"/>
          </a:xfrm>
          <a:prstGeom prst="roundRect">
            <a:avLst/>
          </a:prstGeom>
          <a:solidFill>
            <a:srgbClr val="FEF2F2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b="1" sz="1100">
                <a:solidFill>
                  <a:srgbClr val="EF4444"/>
                </a:solidFill>
              </a:defRPr>
            </a:pPr>
            <a:r>
              <a:t>🔴 Forensic Red Flags (Definite Anomalies)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• Audio vocoder synthesis signatures detected.</a:t>
            </a:r>
            <a:br/>
            <a:r>
              <a:t>• Lip-sync desynchronization lag &gt; 180 ms.</a:t>
            </a:r>
            <a:br/>
            <a:r>
              <a:t>• Observed handle contains Cyrillic homoglyph (U+0430).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663440"/>
            <a:ext cx="502920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b="1" sz="1100">
                <a:solidFill>
                  <a:srgbClr val="2563EB"/>
                </a:solidFill>
              </a:defRPr>
            </a:pPr>
            <a:r>
              <a:t>🔍 Uncertainty &amp; Context (Honest Limits)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• Missing modalities reported as unavailable, never zero-risk.</a:t>
            </a:r>
            <a:br/>
            <a:r>
              <a:t>• Polished text shown as context, not false red flags.</a:t>
            </a:r>
            <a:br/>
            <a:r>
              <a:t>• Step-by-step verification playbook provided for analysts.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TrustGuard · PS-02: AI for Digital Trust                                                                                                                      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09 · CORE HACKATHON ETHOS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Why "No Score is Proof"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An AI score is never absolute truth. TrustGuard gives you safe ways to verify independently.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1. 5D Calibrated Trust Vector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Replaces misleading scalar ratings with five explicit dimensions: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Media Anomaly (synthesis)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Cross-Modal Discordance (lip-sync)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Identity Mismatch (homoglyphs)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Context Anomaly (urgency/style)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Epistemic Uncertainty (data quality)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338328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36576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2. Independent Verification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Instead of leaving users helpless, TrustGuard provides: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Ground-truth company directory lookup.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Steganographic canary tripwire checking.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Adversarial dialectic: provides explicit arguments for AND against authenticity.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645920"/>
            <a:ext cx="3383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3. Signed Audit Certificates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Cryptographically seals the final determination: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Ed25519 digital signature with embedded QR verification routing.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Verifiable offline or online with SHA-256 evidence hashes.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  • Downloadable as official PDF for banking, IT, or legal compliance.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645920"/>
            <a:ext cx="338328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5486400"/>
            <a:ext cx="10698480" cy="68580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82880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🎯 Judges' Favorite: The official hackathon problem explicitly states: 'Teams must demonstrate that the system does not treat an AI score as proof.' TrustGuard enforces this in code, UI meters, and audit trails.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TrustGuard · PS-02: AI for Digital Trust                                                                                                                      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10 · VERIFIED WORKING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Fully Implemented &amp; Battle-Tested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All components live, tested across 414 test gates, and demonstrable on stage.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💻 Live Working Components (Delivered)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Interactive Web App Dashboard: 5D vector meters, dual evidence ledgers, and Reversible Adversarial Sandbox (AR-1).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Live Browser Extension: Real-time public profile inspection on Instagram, X, and LinkedIn with continuous dynamic index.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Multi-Modal Pipeline: 9 CPU extractors (&lt;27ms median) + optional local ML classifiers (&lt;250ms p95).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414 Automated Checks Passing: 100% test pass rate across unit, integration, extension, and real headless Chromium tests.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521208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36576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201168" b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🎬 4 Complete Production Scenarios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Scenario 1: CEO Wire Scam: Cloned voice + lip-sync mismatch + urgent text -&gt; HIGH_IMPERSONATION_RISK.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Scenario 2: Homoglyph Clone: Unicode TR39 spoofing + pHash match -&gt; HIGH_IMPERSONATION_RISK.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Scenario 3: Creator Copyright &amp; Canary: Steganographic invisible zero-width marker triggers live tripwire alert.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Scenario 4: Wi-Fi Compression Edge Case: Degraded channel noise cleanly clamps uncertainty to prevent false accusation.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2120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5486400"/>
            <a:ext cx="10698480" cy="68580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82880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🚀 Conclusion: TrustGuard delivers digital trust without data hoarding, provides actionable proof instead of AI guesswork, and is 100% ready for real-world deployment.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TrustGuard · PS-02: AI for Digital Trust                                                                                                                      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
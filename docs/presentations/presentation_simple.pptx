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1645920"/>
            <a:ext cx="393192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t>PROBLEM STATEMENT 02 · DIGITAL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18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</a:defRPr>
            </a:pPr>
            <a:r>
              <a:t>TrustGuard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</a:defRPr>
            </a:pPr>
            <a:r>
              <a:t>The All-in-One Digital Identity &amp; Impersonation Defense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931920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475569"/>
                </a:solidFill>
              </a:defRPr>
            </a:pPr>
            <a:r>
              <a:t>A simple, unified web application and browser companion that helps you protect your online presence, hunt down fake accounts, detect unusual activity deviations, and evaluate profile trust in real-time.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64748B"/>
                </a:solidFill>
              </a:defRPr>
            </a:pPr>
            <a:r>
              <a:t>👤 Identity Baseline   •   🛡️ Fake Account Hunter   •   🧩 Browser Extension   •   🔍 Multimodal Inspector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01 · WHY WE NEED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The Everyday Threat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Scams today are no longer just bad Photoshop. They are coordinated, realistic identity attacks.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657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🎭 Cloned Accounts &amp; Lookalikes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Scammers copy your profile photo, bio, and name to create lookalike handles.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Add sneaky suffixes like '_official' or '_support'.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Substitute visually identical foreign letters (homoglyphs) to fool your colleagues and followers into sending money.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657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🎙️ Voice &amp; Video Impersonation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Just 10 seconds of clear speech from a video is enough for modern AI tools to clone anyone's voice.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Scammers pair cloned voices with urgent WhatsApp calls or fake emergency family requests.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Causes massive financial fraud and executive impersonation.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🖼️ Stolen Content &amp; Likeness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Creative professionals, designers, and influencers find their work stolen and reposted across the web.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Watermarks are easily cropped out or filtered.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Deepfakes and unauthorized AI models use artists' likeness without permission or licensing.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💡 Grammarly &amp; QuillBot vs. TrustGuard: Tools like Grammarly or QuillBot check if a sentence has correct commas or if an essay was AI-generated. If an attacker hacks an account and writes a polite wire-transfer scam, Grammarly gives it a 100% green checkmark! Grammarly checks grammar; TrustGuard stops identity theft and fraud.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TrustGuard · PS-02: AI for Digital Trust                                                                                                                     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02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How TrustGuard Works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 straightforward 4-step pipeline that turns scattered signals into clear, actionable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Step 1: Connect Profiles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Add your official social accounts &amp; samples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Step 2: Build Baseline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System learns your writing style &amp; face/voice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Step 3: Monitor &amp; Detect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Scans for fake accounts &amp; abnormal posts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468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F172A"/>
                </a:solidFill>
              </a:defRPr>
            </a:pPr>
            <a:r>
              <a:t>Step 4: Explainable Report</a:t>
            </a:r>
          </a:p>
          <a:p>
            <a:pPr algn="ctr">
              <a:defRPr sz="950">
                <a:solidFill>
                  <a:srgbClr val="475569"/>
                </a:solidFill>
              </a:defRPr>
            </a:pPr>
            <a:r>
              <a:t>Get clear red flags &amp; safe verification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2120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🖥️ Unified Web Dashboard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User logs in and connects their social media footprint in one unified dashboard.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Sets up an automated security shield that watches for lookalikes and copycats across platforms.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Shows clean security scores, clone alerts, and unauthorized content detections.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0896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3108960"/>
            <a:ext cx="52120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🧩 In-Browser Companion &amp; Inspector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Works everywhere you browse: actively checks profiles as you open them on Instagram, X, or LinkedIn.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Calculates a continuous authenticity score directly in your feed.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Lets you drop in suspicious media files for instant explainable breakdown.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10896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TrustGuard · PS-02: AI for Digital Trust                                                                                                                      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03 · PRACTICAL 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Your Personal Identity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Building a secure reference summary so the system knows what is truly 'you'.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📂 What the User Provides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Official Account Links: Connect verified LinkedIn, X/Twitter, YouTube, GitHub, or portfolio link.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Face &amp; Photo References: Upload 3–5 clear reference photos to register your authentic face appearance.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Voice Sample (Optional): A quick 30-second audio clip reading a sentence to register your unique voice tone.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Writing Style Samples: A sample of past genuine posts/articles to establish your normal topics and writing style.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🔒 Privacy First (Zero Data Selling)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No Raw Biometric Storage: Photos and audio clips are converted into mathematical fingerprint numbers. Raw images are never stored or sold.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Zero Model Training: Your personal data is never used to train public generative AI models.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Encrypted &amp; Controlled by You: Data is encrypted locally and in transit.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1-Click Erasure: Delete your profile and permanently wipe all baseline fingerprints anytime.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💡 Why this matters: You cannot detect an 'impersonation' without knowing the authentic person. This baseline gives the system the ground truth it needs to protect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TrustGuard · PS-02: AI for Digital Trust                                                                                                                     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04 · PRACTICAL 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Fake Account &amp; Clone Hunter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Automatically finding people pretending to be you across social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657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1. Lookalike Username Scanner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Catches deceptive username tricks: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Appending '_official', 'real_', '_support'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Intentional misspellings (typosquatting)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Lookalike letters (homoglyphs): Replacing Latin 'a' with Cyrillic 'а' that looks 100% identical on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2. Profile Picture &amp; Bio Match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Searches platforms for accounts that have: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Copied your exact profile photo or cropped versions of it.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Copied your bio text, company name, or professional title.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Unlinked accounts attempting to steal your professional credibility.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6576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3. Scam Activity Alert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Flags malicious behaviors: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Recently created clone accounts messaging your real connections.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Profiles promoting crypto giveaways, fake jobs, or unapproved paid services in your name.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📋 Actionable Output: TrustGuard gives you a direct 1-click Takedown &amp; Report Package with pre-filled evidence links to submit to Twitter, LinkedIn, or Meta support.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TrustGuard · PS-02: AI for Digital Trust                                                                                                                     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05 · PRACTICAL 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Activity &amp; Post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Detecting when an account is hacked or someone is speaking completely out-of-character.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🚨 What an Anomaly Looks Like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Tone &amp; Topic Shift: A software developer who normally posts about coding suddenly promotes an urgent cryptocurrency investment scheme.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Coercion &amp; Panic Style: Sudden urgent, demanding tone: 'URGENT: Emergency wire needed! Do not call me, phone line is broken!'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Unusual Timing: Strange post bursts at 3:30 AM local time or 15 automated posts in 2 minutes.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Life Summary Mismatch: Post claims to be stuck in a hospital abroad while official calendar confirms they are at their office desk.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⚙️ How the System Detects It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Writing Habit Comparison: Checks sentence lengths, vocabulary variety, and punctuation habits against your baseline writeprint.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AI Text Detection: Flags if the post reads like a generic template written by ChatGPT or automated bots.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Urgency Scoring: Detects psychological pressure tactics commonly used in phishing, CEO fraud, and extortion.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Automated Warning: Immediately alerts family, team members, or followers before funds are transferred.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🛡️ Real-World Use: Protects organizations and families from the 'CEO Fraud' or 'Emergency Family Scam' where attackers spoof a persona to steal urgent money.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TrustGuard · PS-02: AI for Digital Trust                                                                                                                      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06 · PRACTICAL FEATURE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Copyright &amp; Likeness 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Protecting creative professionals, designers, and influencers from unauthorized reuse.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🎨 Artwork &amp; Photo Matching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Artists upload original designs, photos, or digital art.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System catches reposts across the web even if the thief: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Cropped out the artist's watermark.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Applied color filters or flipped the image.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Turned it into an unauthorized print or NFT.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🎙️ Voice Likeness Defense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For podcasters, voice actors, and speakers: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Alerts when your unique voice timbre is detected inside unauthorized commercial ads or AI voice apps.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Confirms whether an audio clip is authentic or synthesized by generative tools.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657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📜 Ownership Provenance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Integrates Content Credentials (C2PA):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Verifies cryptographic authorship certificates from cameras and Adobe tools.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Confirms if media was taken with a real camera vs. created with Midjourney or DALL-E.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💼 For Professionals: Creates a ready-to-file digital copyright dossier that creators can use to file DMCA takedown requests or claim licensing royalties.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TrustGuard · PS-02: AI for Digital Trust                                                                                                                      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07 · PRACTICAL FEATURE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The Always-On Browser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Real-time profile genuineness as you browse Instagram, X, or Facebook.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🌐 How It Works in Your Feed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Silent On-Open Inspection: As you open any profile or hover over a handle in DMs, the extension silently reads visible webpage data.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Handle Authenticity: Instantly catches Cyrillic lookalike letters, typosquats, or brand spoofing.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Account Age vs. Influence: Flags brand-new accounts created 48 hours ago claiming to be verified figures.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Avatar Reverse-Check: Detects if the avatar photo is copied from a stock library or celebrity.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Network Reciprocity: Evaluates follower ratios and bot-like interaction patterns.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📈 Continuous Authenticity Score (0% – 100%)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Nuanced dynamic scale instead of a crude 'Real vs Fake' guess: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🟢 94% Genuine Profile: Established history, verified external links, organic cadence.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🟡 58% Caution Advised: Recently registered, mismatched bio, sparse post history.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🔴 14% High-Risk Impersonator: Cyrillic homoglyph handle, duplicate avatar, active in DM crypto spam.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Direct On-Page Badge: Displays a non-intrusive trust badge directly next to their handle.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⚡ The Smart Engineering Solution: By running inside the browser, the extension inspects public webpage elements directly. It never needs expensive $5,000/month social media APIs and never gets rate-limited or blocked.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TrustGuard · PS-02: AI for Digital Trust                                                                                                                      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08 · PRACTICAL FEATURE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The Multimodal Inspector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Drop in any suspicious video, voice note, or message to see the full breakdown.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📥 What You Provide to the Inspector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Drop in at least two pieces of evidence: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1. Video or Audio clip (e.g. an urgent voice note from a boss or relative).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2. The text chat or email accompanying the media.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3. The claimed identity (who they say they are).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🔍 The 4 Concrete Checks It Runs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1. Audio Check: Does the voice show signs of AI vocoder synthesis?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2. Lip-Sync Check: Do the lips match spoken words, or is it dubbed?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3. Text Check: Does the message use coercive urgency tricks?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4. Identity Check: Does this match the claimed person's verified records?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tIns="164592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📊 What the User Sees: Explainable Traffic Light Verdict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663440"/>
            <a:ext cx="4846320" cy="1188720"/>
          </a:xfrm>
          <a:prstGeom prst="roundRect">
            <a:avLst/>
          </a:prstGeom>
          <a:solidFill>
            <a:srgbClr val="FEF2F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b="1" sz="1100">
                <a:solidFill>
                  <a:srgbClr val="EF4444"/>
                </a:solidFill>
              </a:defRPr>
            </a:pPr>
            <a:r>
              <a:t>🔴 HIGH RISK: Cloned Voice Scam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Audio shows 89% AI synthesis signatures.</a:t>
            </a:r>
            <a:br/>
            <a:r>
              <a:t>• Lip movements do not match spoken words at 0:02.</a:t>
            </a:r>
            <a:br/>
            <a:r>
              <a:t>• Message demands urgent wire transfer.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663440"/>
            <a:ext cx="5029200" cy="118872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b="1" sz="1100">
                <a:solidFill>
                  <a:srgbClr val="2563EB"/>
                </a:solidFill>
              </a:defRPr>
            </a:pPr>
            <a:r>
              <a:t>✅ Safe Action Checklist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1. Call person on official phone: +91-98765-XXXXX.</a:t>
            </a:r>
            <a:br/>
            <a:r>
              <a:t>2. Do not send funds to the unverified bank account.</a:t>
            </a:r>
            <a:br/>
            <a:r>
              <a:t>3. Click 'Download PDF Incident Report' for fraud department.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TrustGuard · PS-02: AI for Digital Trust                                                                                                                      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09 · CORE HACKATHON ETHOS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Why "No Score is Proof"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An AI score is never absolute truth. TrustGuard gives you safe ways to verify independently.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1. No False Accusations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If a video is simply blurry or recorded on bad hotel Wi-Fi, TrustGuard doesn't yell 'Fake!'.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It transparently warns: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'Quality is degraded by compression. Low confidence. Do not penalize.'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Prevents wrongful accusations.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657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2. Independent Verification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Instead of leaving you guessing, TrustGuard provides: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Verified company telephone directory lookup.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Original source video archive link if the footage was recycled.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  • Official bank account verification check.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3. Signed Audit Report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Once you verify the facts, generate an official PDF Incident Report.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Includes timestamps, evidence hashes, and analyst notes.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Ready to share with banks, platform support, or police.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3832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🎯 Judges' Favorite: The official hackathon problem explicitly states: 'Teams must demonstrate that the system does not treat an AI score as proof.' TrustGuard is built around this exact principle.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TrustGuard · PS-02: AI for Digital Trust                                                                                                                      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10 · THE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What We Are Building for the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A fast, live, 100% working prototype running smoothly on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💻 Live Working Components (24-Hour Scope)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Interactive Web App Dashboard: Clean, responsive UI showing user profile, active scans, and security status.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Extension UI Preview: Shows on-hover trust pill and continuous authenticity score directly over Instagram/X profile mockups.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Multimodal File Dropzone: Upload video/voice message + text conversation for real-time analysis.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Live Forensic Spectrogram &amp; Lip Sync: Shows real audio waveforms and facial landmark tracking in &lt;150ms on laptop CPU.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3657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182880" tIns="201168" bIns="164592"/>
          <a:lstStyle/>
          <a:p>
            <a:pPr algn="ctr">
              <a:spcAft>
                <a:spcPts val="800"/>
              </a:spcAft>
              <a:defRPr b="1" sz="1300">
                <a:solidFill>
                  <a:srgbClr val="0F172A"/>
                </a:solidFill>
              </a:defRPr>
            </a:pPr>
            <a:r>
              <a:t>🎬 3 Interactive Demo Scenarios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Scenario 1: The CEO Emergency Wire Call: Shows an authentic executive video combined with an AI-cloned voice and urgent chat text.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Scenario 2: In-Feed Lookalike Profile (Extension): Shows an Instagram/X profile with homoglyph spoofing triggering a 14% high-risk badge.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</a:defRPr>
            </a:pPr>
            <a:r>
              <a:t>• Scenario 3: The Bad Wi-Fi Edge Case: Shows a real low-res video where TrustGuard avoids false alarm and correctly reports compression noise.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2120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984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🚀 Conclusion: TrustGuard is practical, privacy-respecting, and solves the real problem of digital trust—protecting real people from real attacks.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0698480" cy="3200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TrustGuard · PS-02: AI for Digital Trust                                                                                                                     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